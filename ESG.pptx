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5B10-E2CC-463D-B037-747005E3AE87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6F5-B34C-4E0C-984D-B35756ADE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918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5B10-E2CC-463D-B037-747005E3AE87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6F5-B34C-4E0C-984D-B35756ADE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100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5B10-E2CC-463D-B037-747005E3AE87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6F5-B34C-4E0C-984D-B35756ADE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29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5B10-E2CC-463D-B037-747005E3AE87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6F5-B34C-4E0C-984D-B35756ADE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137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5B10-E2CC-463D-B037-747005E3AE87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6F5-B34C-4E0C-984D-B35756ADE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257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5B10-E2CC-463D-B037-747005E3AE87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6F5-B34C-4E0C-984D-B35756ADE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293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5B10-E2CC-463D-B037-747005E3AE87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6F5-B34C-4E0C-984D-B35756ADE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806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5B10-E2CC-463D-B037-747005E3AE87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6F5-B34C-4E0C-984D-B35756ADE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87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5B10-E2CC-463D-B037-747005E3AE87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6F5-B34C-4E0C-984D-B35756ADE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412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5B10-E2CC-463D-B037-747005E3AE87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6F5-B34C-4E0C-984D-B35756ADE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812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5B10-E2CC-463D-B037-747005E3AE87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6F5-B34C-4E0C-984D-B35756ADE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791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45B10-E2CC-463D-B037-747005E3AE87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F76F5-B34C-4E0C-984D-B35756ADE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287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016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924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816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313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517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653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759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ssc</dc:creator>
  <cp:lastModifiedBy>ssc</cp:lastModifiedBy>
  <cp:revision>2</cp:revision>
  <dcterms:created xsi:type="dcterms:W3CDTF">2026-07-03T16:55:08Z</dcterms:created>
  <dcterms:modified xsi:type="dcterms:W3CDTF">2026-07-03T17:01:46Z</dcterms:modified>
</cp:coreProperties>
</file>